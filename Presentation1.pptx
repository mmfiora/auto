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AEDD9-5760-A4C8-304C-51CC977C4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4AC51-65ED-7245-746B-FD4BC7498A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A92BC-91AA-07DE-F7F5-DC89B4744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7E17D-0B6D-4EF9-98DF-C48F2FA3C0E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BFE52-E1BB-02F6-F618-B389EEDE6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4F40E-7493-A947-6E6C-5F39EE061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9454-199D-4294-B813-98C1917E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2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C9523-D8E9-FB19-B3A9-1891B4C2D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F3648-8142-9071-5656-DE6AFB71E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A467D-1890-B6D0-C62B-5790E896E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7E17D-0B6D-4EF9-98DF-C48F2FA3C0E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C2D1C-4801-ECDD-D6B1-2364794B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CE051-4FEE-BF85-284D-A50EDB4E1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9454-199D-4294-B813-98C1917E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86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6F25C-97C1-AE60-D2B4-77A5A6E3D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011D4-E24D-CE54-253A-4044649DC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906D7-0C97-9EFC-6A24-9B599FC07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7E17D-0B6D-4EF9-98DF-C48F2FA3C0E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C985B-5135-6CBA-C54D-7DC5A47E4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2CA4F-DE47-06B9-1B93-7D9AAB398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9454-199D-4294-B813-98C1917E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48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D3C8D-FBB4-4D5D-75EE-73582BCBE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16F21-9526-C230-0972-8B74149DA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D53A1-9123-FC13-D88E-A3FA63D4A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AA993-E2A8-0858-21BC-E99E0E9F0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7E17D-0B6D-4EF9-98DF-C48F2FA3C0E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65C9C-AFC9-5E12-4AF8-1E7103CAC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36BB0-2455-2B52-54CA-3E0D10EBF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9454-199D-4294-B813-98C1917E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75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53A0B-7D97-568C-4F9D-54FB7554F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E4BA7-AA14-B650-2A46-83FB47179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6359C9-E931-0847-6966-D4DE2BFED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4B874-8417-E35C-103E-26B930D447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7E78ED-35A4-2230-B650-18F71FBE0A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66BBB6-D879-BDB7-964A-A91548B3B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7E17D-0B6D-4EF9-98DF-C48F2FA3C0E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CE953E-3856-B01F-F982-DB5002760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4E456B-D246-D217-15DD-1E35A479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9454-199D-4294-B813-98C1917E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80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280B3-730C-F17B-4292-9D7F869F3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7572B7-BF02-0E86-84C5-71817AB1D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7E17D-0B6D-4EF9-98DF-C48F2FA3C0E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04CC34-D10A-4500-EBC3-ACADBF84D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22C25-ECF6-2ADF-5124-A8170C45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9454-199D-4294-B813-98C1917E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16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56E55-0814-BBAB-2DB6-BB4F954A7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7E17D-0B6D-4EF9-98DF-C48F2FA3C0E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CF756A-1067-931C-6320-84995C62E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0A9AE-F315-A558-8DDA-7F2175A0B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9454-199D-4294-B813-98C1917E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60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09E3-38D8-AD56-8E7F-80943E315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B6553-9E5E-95B8-EBA8-EB624A6FD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2E8D6-3B22-C8BD-F0CC-360FDE770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AA33C-F0CD-29AC-5F7A-AD6C75C2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7E17D-0B6D-4EF9-98DF-C48F2FA3C0E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93AA9-BE17-9F6B-4719-8B4D85C5F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F51A5-2E3E-DFFC-358C-D551F6D62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9454-199D-4294-B813-98C1917E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99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CE531-FA60-1B27-9087-DD0112340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C7AB80-966A-C0BC-2962-82A21E4E3C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8C0FF-234A-4538-139C-98071F22D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304B6-B45C-B6C1-2307-757512008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7E17D-0B6D-4EF9-98DF-C48F2FA3C0E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F346E-ABA8-76B1-6EAC-E54BBC11D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C521F-D0C0-3C43-2AA4-6A923CA4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9454-199D-4294-B813-98C1917E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373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68FFD-EFFB-AC6E-7E14-B38646376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3AB32-9DF3-6B53-076E-CA04D0C34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76015-8241-D9DE-FC90-4917FFFD6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7E17D-0B6D-4EF9-98DF-C48F2FA3C0E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F84DE-F855-429E-43CA-34EC4F497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C28D7-B1C5-24E4-2599-B287F60A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9454-199D-4294-B813-98C1917E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3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455791-04ED-4BAC-241F-E326AC3FF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20DE66-90D8-6AE9-3720-40C762193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14A04-F213-AC8A-0B88-CFB7086C8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7E17D-0B6D-4EF9-98DF-C48F2FA3C0E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ECE2E-03DF-D190-3569-3B4A6C8C7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EBE20-4DC4-6848-F526-A1EAAAE1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09454-199D-4294-B813-98C1917E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58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822E0-ADAB-A37E-39D5-024AEADCA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577CA-65F7-A554-9224-CC4F3E462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FC304-7E1F-AD24-42A3-3DC620CB2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A7E17D-0B6D-4EF9-98DF-C48F2FA3C0E3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E738B-6B57-14A2-003F-D6BF46773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A1F82-70E5-8B7B-9180-65243E673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09454-199D-4294-B813-98C1917EB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2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CBCAE2-D8B7-E92B-AF6D-2FE7C28D2DD0}"/>
              </a:ext>
            </a:extLst>
          </p:cNvPr>
          <p:cNvSpPr txBox="1"/>
          <p:nvPr/>
        </p:nvSpPr>
        <p:spPr>
          <a:xfrm>
            <a:off x="1517904" y="143256"/>
            <a:ext cx="1207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GRAM +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21770E-9B73-2E07-BC1C-BA82060FB0B8}"/>
              </a:ext>
            </a:extLst>
          </p:cNvPr>
          <p:cNvSpPr txBox="1"/>
          <p:nvPr/>
        </p:nvSpPr>
        <p:spPr>
          <a:xfrm>
            <a:off x="7854697" y="44601"/>
            <a:ext cx="1207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GRAM -</a:t>
            </a:r>
            <a:endParaRPr lang="en-US" b="1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2E9D862-15F4-8C5A-2441-A406180B1830}"/>
              </a:ext>
            </a:extLst>
          </p:cNvPr>
          <p:cNvGrpSpPr/>
          <p:nvPr/>
        </p:nvGrpSpPr>
        <p:grpSpPr>
          <a:xfrm>
            <a:off x="248055" y="633181"/>
            <a:ext cx="3383278" cy="2786675"/>
            <a:chOff x="3981313" y="103048"/>
            <a:chExt cx="4019305" cy="318745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63E5EF-2B6A-DBD5-E255-9028E19A7E19}"/>
                </a:ext>
              </a:extLst>
            </p:cNvPr>
            <p:cNvSpPr txBox="1"/>
            <p:nvPr/>
          </p:nvSpPr>
          <p:spPr>
            <a:xfrm>
              <a:off x="5017389" y="103048"/>
              <a:ext cx="2983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Staphylococcus aureus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4B8B84D-7574-01DC-B8FE-0FD3E80DD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81313" y="610878"/>
              <a:ext cx="3939930" cy="2679623"/>
            </a:xfrm>
            <a:prstGeom prst="rect">
              <a:avLst/>
            </a:prstGeom>
          </p:spPr>
        </p:pic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476DD3-7F8A-B4FD-26C6-21174A61A2DA}"/>
              </a:ext>
            </a:extLst>
          </p:cNvPr>
          <p:cNvCxnSpPr/>
          <p:nvPr/>
        </p:nvCxnSpPr>
        <p:spPr>
          <a:xfrm>
            <a:off x="4517136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810752F-CECB-6339-F3ED-9D1BCD317A31}"/>
              </a:ext>
            </a:extLst>
          </p:cNvPr>
          <p:cNvGrpSpPr/>
          <p:nvPr/>
        </p:nvGrpSpPr>
        <p:grpSpPr>
          <a:xfrm>
            <a:off x="4535425" y="565426"/>
            <a:ext cx="3319272" cy="2799566"/>
            <a:chOff x="16804" y="170730"/>
            <a:chExt cx="4143570" cy="331726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A91C6DD-FBAE-2551-2D19-AF8CD30A6DEB}"/>
                </a:ext>
              </a:extLst>
            </p:cNvPr>
            <p:cNvSpPr txBox="1"/>
            <p:nvPr/>
          </p:nvSpPr>
          <p:spPr>
            <a:xfrm>
              <a:off x="1475286" y="170730"/>
              <a:ext cx="2483418" cy="7658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Escherichia coli</a:t>
              </a:r>
            </a:p>
            <a:p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DC5A128-86BE-279F-F820-C946A675C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804" y="669872"/>
              <a:ext cx="4143570" cy="2818123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42A7136-C446-A2B4-9455-F09BBF930A79}"/>
              </a:ext>
            </a:extLst>
          </p:cNvPr>
          <p:cNvGrpSpPr/>
          <p:nvPr/>
        </p:nvGrpSpPr>
        <p:grpSpPr>
          <a:xfrm>
            <a:off x="4535424" y="3839075"/>
            <a:ext cx="3638007" cy="2695374"/>
            <a:chOff x="7796612" y="63294"/>
            <a:chExt cx="4219190" cy="322720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085C864-7DC0-7AB4-ACCD-E81071965CB9}"/>
                </a:ext>
              </a:extLst>
            </p:cNvPr>
            <p:cNvSpPr txBox="1"/>
            <p:nvPr/>
          </p:nvSpPr>
          <p:spPr>
            <a:xfrm>
              <a:off x="8666225" y="63294"/>
              <a:ext cx="3349577" cy="773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Pseudomonas aeruginosa</a:t>
              </a:r>
            </a:p>
            <a:p>
              <a:endParaRPr lang="en-US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AD7C704-AF4A-53F4-9DE2-26C5F920BF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96612" y="610878"/>
              <a:ext cx="3939931" cy="2679624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AF9D21B-BCDD-1B4E-60E3-82E817886C37}"/>
              </a:ext>
            </a:extLst>
          </p:cNvPr>
          <p:cNvGrpSpPr/>
          <p:nvPr/>
        </p:nvGrpSpPr>
        <p:grpSpPr>
          <a:xfrm>
            <a:off x="7872985" y="476823"/>
            <a:ext cx="3819854" cy="3046952"/>
            <a:chOff x="3491150" y="3696368"/>
            <a:chExt cx="4134589" cy="309833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C9B4737-7AAF-4142-16CE-1ECEDB511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91150" y="4115082"/>
              <a:ext cx="3939932" cy="2679625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A66A566-D7C2-7467-3B17-59750D57270B}"/>
                </a:ext>
              </a:extLst>
            </p:cNvPr>
            <p:cNvSpPr txBox="1"/>
            <p:nvPr/>
          </p:nvSpPr>
          <p:spPr>
            <a:xfrm>
              <a:off x="4422898" y="3696368"/>
              <a:ext cx="32028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Acinetobacter baumannii</a:t>
              </a:r>
            </a:p>
            <a:p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F17D355-3709-5B55-BFDB-EC445009E23F}"/>
              </a:ext>
            </a:extLst>
          </p:cNvPr>
          <p:cNvGrpSpPr/>
          <p:nvPr/>
        </p:nvGrpSpPr>
        <p:grpSpPr>
          <a:xfrm>
            <a:off x="8173431" y="3757563"/>
            <a:ext cx="3497799" cy="2922752"/>
            <a:chOff x="7720624" y="3727924"/>
            <a:chExt cx="4056828" cy="318774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BA459D6-9B55-54D4-E8B4-7531B8B56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20624" y="4156540"/>
              <a:ext cx="4056828" cy="2759128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482AC3A-0143-FDE3-4415-2CB13F6166BE}"/>
                </a:ext>
              </a:extLst>
            </p:cNvPr>
            <p:cNvSpPr txBox="1"/>
            <p:nvPr/>
          </p:nvSpPr>
          <p:spPr>
            <a:xfrm>
              <a:off x="8868686" y="3727924"/>
              <a:ext cx="2908766" cy="704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Klebsiella pneumoniae</a:t>
              </a:r>
            </a:p>
            <a:p>
              <a:endParaRPr lang="en-US" dirty="0"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0FB5ABAB-45AC-BC86-40E8-1968B5A4A0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71" y="4150549"/>
            <a:ext cx="3616806" cy="245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467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61020-2C0D-6498-7F19-AA6C8C289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5024F29-36FA-50E1-3A87-08C0F2C0F6D8}"/>
              </a:ext>
            </a:extLst>
          </p:cNvPr>
          <p:cNvGrpSpPr/>
          <p:nvPr/>
        </p:nvGrpSpPr>
        <p:grpSpPr>
          <a:xfrm>
            <a:off x="7679715" y="3567499"/>
            <a:ext cx="4056828" cy="3266960"/>
            <a:chOff x="7679715" y="3567499"/>
            <a:chExt cx="4056828" cy="326696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7121753-13BF-C0BF-F459-A1575146F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79715" y="4075331"/>
              <a:ext cx="4056828" cy="2759128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2E99DEB-FA16-A50B-1C93-4BF534B1242A}"/>
                </a:ext>
              </a:extLst>
            </p:cNvPr>
            <p:cNvSpPr txBox="1"/>
            <p:nvPr/>
          </p:nvSpPr>
          <p:spPr>
            <a:xfrm>
              <a:off x="8827770" y="3567499"/>
              <a:ext cx="26601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Klebsiella pneumoniae</a:t>
              </a:r>
            </a:p>
            <a:p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CD5A45D-1D09-7B54-05CB-8B49E79E57E8}"/>
              </a:ext>
            </a:extLst>
          </p:cNvPr>
          <p:cNvGrpSpPr/>
          <p:nvPr/>
        </p:nvGrpSpPr>
        <p:grpSpPr>
          <a:xfrm>
            <a:off x="7796612" y="63294"/>
            <a:ext cx="3939931" cy="3227208"/>
            <a:chOff x="7796612" y="63294"/>
            <a:chExt cx="3939931" cy="322720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1AB558F-D122-F47C-68D7-C6C0324D54FB}"/>
                </a:ext>
              </a:extLst>
            </p:cNvPr>
            <p:cNvSpPr txBox="1"/>
            <p:nvPr/>
          </p:nvSpPr>
          <p:spPr>
            <a:xfrm>
              <a:off x="8666226" y="63294"/>
              <a:ext cx="298322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Pseudomonas aeruginosa</a:t>
              </a:r>
            </a:p>
            <a:p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CE4C612-2161-185D-9F7B-6ED03F87E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96612" y="610878"/>
              <a:ext cx="3939931" cy="2679624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65D37A-5EE2-7B6E-04FF-EAF7BA0D4F46}"/>
              </a:ext>
            </a:extLst>
          </p:cNvPr>
          <p:cNvGrpSpPr/>
          <p:nvPr/>
        </p:nvGrpSpPr>
        <p:grpSpPr>
          <a:xfrm>
            <a:off x="3981313" y="103048"/>
            <a:ext cx="4019305" cy="3187453"/>
            <a:chOff x="3981313" y="103048"/>
            <a:chExt cx="4019305" cy="318745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5DD7F7-69D2-6B6A-1704-367DBC62A65E}"/>
                </a:ext>
              </a:extLst>
            </p:cNvPr>
            <p:cNvSpPr txBox="1"/>
            <p:nvPr/>
          </p:nvSpPr>
          <p:spPr>
            <a:xfrm>
              <a:off x="5017389" y="103048"/>
              <a:ext cx="29832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Staphylococcus aureus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191A81C-2A73-99BA-F104-BB36C2B1F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81313" y="610878"/>
              <a:ext cx="3939930" cy="2679623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C863386-994C-EF02-8D01-7C93B7BA0615}"/>
              </a:ext>
            </a:extLst>
          </p:cNvPr>
          <p:cNvGrpSpPr/>
          <p:nvPr/>
        </p:nvGrpSpPr>
        <p:grpSpPr>
          <a:xfrm>
            <a:off x="16804" y="108121"/>
            <a:ext cx="4143570" cy="3379874"/>
            <a:chOff x="16804" y="108121"/>
            <a:chExt cx="4143570" cy="337987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620FCD-19B2-EB69-DD7B-1B051B9EE346}"/>
                </a:ext>
              </a:extLst>
            </p:cNvPr>
            <p:cNvSpPr txBox="1"/>
            <p:nvPr/>
          </p:nvSpPr>
          <p:spPr>
            <a:xfrm>
              <a:off x="1475287" y="108121"/>
              <a:ext cx="17869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Escherichia coli</a:t>
              </a:r>
            </a:p>
            <a:p>
              <a:endParaRPr lang="en-US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67DA4D2-F2A1-0D6F-9F39-7648F9530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804" y="669872"/>
              <a:ext cx="4143570" cy="2818123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3A1D25E-7D61-8948-E78E-9283B5AC4243}"/>
              </a:ext>
            </a:extLst>
          </p:cNvPr>
          <p:cNvGrpSpPr/>
          <p:nvPr/>
        </p:nvGrpSpPr>
        <p:grpSpPr>
          <a:xfrm>
            <a:off x="3491150" y="3632418"/>
            <a:ext cx="4191319" cy="3162289"/>
            <a:chOff x="3491150" y="3632418"/>
            <a:chExt cx="4191319" cy="316228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DE35F00-F2F5-FCC4-A949-DCCBFFF10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91150" y="4115082"/>
              <a:ext cx="3939932" cy="267962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D27782E-F0DD-34B3-7629-F19037117BA0}"/>
                </a:ext>
              </a:extLst>
            </p:cNvPr>
            <p:cNvSpPr txBox="1"/>
            <p:nvPr/>
          </p:nvSpPr>
          <p:spPr>
            <a:xfrm>
              <a:off x="4479628" y="3632418"/>
              <a:ext cx="32028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Acinetobacter baumannii</a:t>
              </a:r>
            </a:p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97372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24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mfiora</dc:creator>
  <cp:lastModifiedBy>mfiora</cp:lastModifiedBy>
  <cp:revision>1</cp:revision>
  <dcterms:created xsi:type="dcterms:W3CDTF">2026-05-05T20:48:25Z</dcterms:created>
  <dcterms:modified xsi:type="dcterms:W3CDTF">2026-05-05T21:40:01Z</dcterms:modified>
</cp:coreProperties>
</file>